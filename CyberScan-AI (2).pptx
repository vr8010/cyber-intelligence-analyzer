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12064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024128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048256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3584448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6736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75104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33472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50208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66944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25312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42048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00416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82880"/>
            <a:ext cx="1371600" cy="13716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365760" y="10058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CYBERSCAN</a:t>
            </a:r>
            <a:endParaRPr lang="en-US" sz="6400" dirty="0"/>
          </a:p>
        </p:txBody>
      </p:sp>
      <p:sp>
        <p:nvSpPr>
          <p:cNvPr id="29" name="Text 26"/>
          <p:cNvSpPr/>
          <p:nvPr/>
        </p:nvSpPr>
        <p:spPr>
          <a:xfrm>
            <a:off x="5669280" y="100584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4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</a:t>
            </a:r>
            <a:endParaRPr lang="en-US" sz="6400" dirty="0"/>
          </a:p>
        </p:txBody>
      </p:sp>
      <p:sp>
        <p:nvSpPr>
          <p:cNvPr id="30" name="Shape 27"/>
          <p:cNvSpPr/>
          <p:nvPr/>
        </p:nvSpPr>
        <p:spPr>
          <a:xfrm>
            <a:off x="365760" y="2103120"/>
            <a:ext cx="50292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65760" y="22860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your attack surface before the attacker does.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365760" y="3200400"/>
            <a:ext cx="347472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3200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Rathod  ·  Sakshi Dehankar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36576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Cyber Intelligence Analyzer — 20 Parallel Recon Modules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already know more about your site than you do.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14400"/>
            <a:ext cx="1280160" cy="1280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691640"/>
            <a:ext cx="2651760" cy="7772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691640"/>
            <a:ext cx="64008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691640"/>
            <a:ext cx="24688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ports exposed to the internet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691640"/>
            <a:ext cx="2651760" cy="7772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691640"/>
            <a:ext cx="64008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29000" y="1691640"/>
            <a:ext cx="24688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security headers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126480" y="1691640"/>
            <a:ext cx="2651760" cy="7772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26480" y="1691640"/>
            <a:ext cx="64008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1691640"/>
            <a:ext cx="24688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Forgotten subdomains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788920"/>
            <a:ext cx="2651760" cy="7772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7200" y="2788920"/>
            <a:ext cx="64008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2788920"/>
            <a:ext cx="24688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 tech stack fingerprints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291840" y="2788920"/>
            <a:ext cx="2651760" cy="777240"/>
          </a:xfrm>
          <a:prstGeom prst="rect">
            <a:avLst/>
          </a:prstGeom>
          <a:solidFill>
            <a:srgbClr val="131D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91840" y="2788920"/>
            <a:ext cx="64008" cy="7772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29000" y="2788920"/>
            <a:ext cx="24688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WAF, no SSL, no clue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1A0A00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They find ALL of this in under 60 seconds.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domain. One scan. Full threat profile.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4754880" cy="731520"/>
          </a:xfrm>
          <a:prstGeom prst="rect">
            <a:avLst/>
          </a:prstGeom>
          <a:solidFill>
            <a:srgbClr val="001A10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4754880" cy="73152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22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cyberscan </a:t>
            </a:r>
            <a:pPr indent="0" marL="0">
              <a:buNone/>
            </a:pPr>
            <a:r>
              <a:rPr lang="en-US" sz="2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target.com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402336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402336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20 Recon Modules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2514600"/>
            <a:ext cx="402336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2514600"/>
            <a:ext cx="402336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Parallel Execution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00400"/>
            <a:ext cx="402336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Live Streaming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402336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200400"/>
            <a:ext cx="402336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Remediation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886200"/>
            <a:ext cx="402336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Setup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886200"/>
            <a:ext cx="402336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886200"/>
            <a:ext cx="4023360" cy="5029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PDF / JSON / XML Export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146304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domain to full threat report in seconds.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508760" cy="310896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1508760" cy="640080"/>
          </a:xfrm>
          <a:prstGeom prst="rect">
            <a:avLst/>
          </a:prstGeom>
          <a:solidFill>
            <a:srgbClr val="0015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965960" y="2971800"/>
            <a:ext cx="155448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1305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Domain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788920"/>
            <a:ext cx="13716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any target URL or IP address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1417320"/>
            <a:ext cx="1508760" cy="3108960"/>
          </a:xfrm>
          <a:prstGeom prst="rect">
            <a:avLst/>
          </a:prstGeom>
          <a:solidFill>
            <a:srgbClr val="131D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1408" y="1417320"/>
            <a:ext cx="1508760" cy="640080"/>
          </a:xfrm>
          <a:prstGeom prst="rect">
            <a:avLst/>
          </a:prstGeom>
          <a:solidFill>
            <a:srgbClr val="001A1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14173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630168" y="2971800"/>
            <a:ext cx="155448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4560" y="21305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Modules Fire in Parallel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788920"/>
            <a:ext cx="13716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recon modules execute simultaneously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85616" y="1417320"/>
            <a:ext cx="1508760" cy="310896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85616" y="1417320"/>
            <a:ext cx="1508760" cy="640080"/>
          </a:xfrm>
          <a:prstGeom prst="rect">
            <a:avLst/>
          </a:prstGeom>
          <a:solidFill>
            <a:srgbClr val="0015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5616" y="14173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294376" y="2971800"/>
            <a:ext cx="155448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58768" y="21305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Stream Live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58768" y="2788920"/>
            <a:ext cx="13716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findings appear in real-time via SSE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49824" y="1417320"/>
            <a:ext cx="1508760" cy="3108960"/>
          </a:xfrm>
          <a:prstGeom prst="rect">
            <a:avLst/>
          </a:prstGeom>
          <a:solidFill>
            <a:srgbClr val="131D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9824" y="1417320"/>
            <a:ext cx="1508760" cy="640080"/>
          </a:xfrm>
          <a:prstGeom prst="rect">
            <a:avLst/>
          </a:prstGeom>
          <a:solidFill>
            <a:srgbClr val="001A1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9824" y="14173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6958584" y="2971800"/>
            <a:ext cx="155448" cy="0"/>
          </a:xfrm>
          <a:prstGeom prst="line">
            <a:avLst/>
          </a:prstGeom>
          <a:noFill/>
          <a:ln w="19050">
            <a:solidFill>
              <a:srgbClr val="8899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22976" y="21305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Report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22976" y="2788920"/>
            <a:ext cx="13716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3.3 70B writes your remediation plan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14032" y="1417320"/>
            <a:ext cx="1508760" cy="310896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14032" y="1417320"/>
            <a:ext cx="1508760" cy="640080"/>
          </a:xfrm>
          <a:prstGeom prst="rect">
            <a:avLst/>
          </a:prstGeom>
          <a:solidFill>
            <a:srgbClr val="0015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141732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7187184" y="2130552"/>
            <a:ext cx="1371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Your Report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87184" y="2788920"/>
            <a:ext cx="137160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as PDF, JSON, or XML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RECON MODULES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621792"/>
            <a:ext cx="2011680" cy="457200"/>
          </a:xfrm>
          <a:prstGeom prst="rect">
            <a:avLst/>
          </a:prstGeom>
          <a:solidFill>
            <a:srgbClr val="0015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621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&amp; Infra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18872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Scanner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69164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69164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Traceroute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19456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19456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Lookup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69748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69748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Geolocation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20040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320040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20040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IP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70332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70332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70332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Detection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20624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0624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420624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Grabbing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450592" y="621792"/>
            <a:ext cx="2011680" cy="457200"/>
          </a:xfrm>
          <a:prstGeom prst="rect">
            <a:avLst/>
          </a:prstGeom>
          <a:solidFill>
            <a:srgbClr val="001A1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50592" y="621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 &amp; Application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450592" y="118872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50592" y="1188720"/>
            <a:ext cx="45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118872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50592" y="169164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50592" y="1691640"/>
            <a:ext cx="45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Certificate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50592" y="219456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50592" y="2194560"/>
            <a:ext cx="45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60320" y="219456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Analysis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450592" y="269748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450592" y="2697480"/>
            <a:ext cx="45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0" y="269748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Detection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50592" y="320040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450592" y="3200400"/>
            <a:ext cx="45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60320" y="320040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Enumeration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450592" y="370332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50592" y="3703320"/>
            <a:ext cx="45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0" y="370332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Detection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450592" y="420624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50592" y="4206240"/>
            <a:ext cx="45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60320" y="420624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Detection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26864" y="621792"/>
            <a:ext cx="2011680" cy="457200"/>
          </a:xfrm>
          <a:prstGeom prst="rect">
            <a:avLst/>
          </a:prstGeom>
          <a:solidFill>
            <a:srgbClr val="0015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26864" y="621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626864" y="118872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26864" y="118872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36592" y="118872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WHOIS Lookup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26864" y="169164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626864" y="169164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6592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Subdomain Enum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626864" y="219456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26864" y="219456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36592" y="219456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Harvesting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4626864" y="269748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26864" y="2697480"/>
            <a:ext cx="45720" cy="4114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36592" y="269748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803136" y="621792"/>
            <a:ext cx="2011680" cy="457200"/>
          </a:xfrm>
          <a:prstGeom prst="rect">
            <a:avLst/>
          </a:prstGeom>
          <a:solidFill>
            <a:srgbClr val="001A1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03136" y="62179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Reporting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803136" y="118872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803136" y="1188720"/>
            <a:ext cx="45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12864" y="118872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Risk Score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6803136" y="169164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803136" y="1691640"/>
            <a:ext cx="45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12864" y="169164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Remediation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803136" y="2194560"/>
            <a:ext cx="2011680" cy="41148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803136" y="2194560"/>
            <a:ext cx="45720" cy="4114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12864" y="2194560"/>
            <a:ext cx="18745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JSON / XML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200400" y="4617720"/>
            <a:ext cx="2743200" cy="384048"/>
          </a:xfrm>
          <a:prstGeom prst="rect">
            <a:avLst/>
          </a:prstGeom>
          <a:solidFill>
            <a:srgbClr val="131D35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0400" y="4617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modules · All run in parallel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scanning via Server-Sent Events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3200400"/>
          </a:xfrm>
          <a:prstGeom prst="rect">
            <a:avLst/>
          </a:prstGeom>
          <a:solidFill>
            <a:srgbClr val="050A14"/>
          </a:solidFill>
          <a:ln w="19050">
            <a:solidFill>
              <a:srgbClr val="00FF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8229600" cy="384048"/>
          </a:xfrm>
          <a:prstGeom prst="rect">
            <a:avLst/>
          </a:prstGeom>
          <a:solidFill>
            <a:srgbClr val="0A1020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 ●  ●    cyberscan.ai/scan?domain=target.com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Port Scanner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474720" cy="182880"/>
          </a:xfrm>
          <a:prstGeom prst="rect">
            <a:avLst/>
          </a:prstGeom>
          <a:solidFill>
            <a:srgbClr val="0D1F33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148840"/>
            <a:ext cx="3474720" cy="1828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SSL Certificate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807208"/>
            <a:ext cx="3474720" cy="182880"/>
          </a:xfrm>
          <a:prstGeom prst="rect">
            <a:avLst/>
          </a:prstGeom>
          <a:solidFill>
            <a:srgbClr val="0D1F33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807208"/>
            <a:ext cx="3474720" cy="1828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91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DNS Lookup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65576"/>
            <a:ext cx="3474720" cy="182880"/>
          </a:xfrm>
          <a:prstGeom prst="rect">
            <a:avLst/>
          </a:prstGeom>
          <a:solidFill>
            <a:srgbClr val="0D1F33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3465576"/>
            <a:ext cx="3474720" cy="182880"/>
          </a:xfrm>
          <a:prstGeom prst="rect">
            <a:avLst/>
          </a:prstGeom>
          <a:solidFill>
            <a:srgbClr val="00FF88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874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Subdomain Enum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148840"/>
            <a:ext cx="3474720" cy="182880"/>
          </a:xfrm>
          <a:prstGeom prst="rect">
            <a:avLst/>
          </a:prstGeom>
          <a:solidFill>
            <a:srgbClr val="0D1F33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148840"/>
            <a:ext cx="2710282" cy="1828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532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WAF Detection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807208"/>
            <a:ext cx="3474720" cy="182880"/>
          </a:xfrm>
          <a:prstGeom prst="rect">
            <a:avLst/>
          </a:prstGeom>
          <a:solidFill>
            <a:srgbClr val="0D1F33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807208"/>
            <a:ext cx="1911096" cy="1828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91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▶ Tech Stack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465576"/>
            <a:ext cx="3474720" cy="182880"/>
          </a:xfrm>
          <a:prstGeom prst="rect">
            <a:avLst/>
          </a:prstGeom>
          <a:solidFill>
            <a:srgbClr val="0D1F33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465576"/>
            <a:ext cx="1111910" cy="18288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updates independently as it completes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4572000"/>
            <a:ext cx="2103120" cy="365760"/>
          </a:xfrm>
          <a:prstGeom prst="rect">
            <a:avLst/>
          </a:prstGeom>
          <a:solidFill>
            <a:srgbClr val="001A10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83680" y="4572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AI-POWERED REMEDIATION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"you have a problem" — here's how to fix it.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502920"/>
            <a:ext cx="1097280" cy="1097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solidFill>
            <a:srgbClr val="131D3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Powered by  LLaMA 3.3 70B  via  Groq API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011680"/>
            <a:ext cx="1965960" cy="2468880"/>
          </a:xfrm>
          <a:prstGeom prst="rect">
            <a:avLst/>
          </a:prstGeom>
          <a:solidFill>
            <a:srgbClr val="131D35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2011680"/>
            <a:ext cx="196596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FF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33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Rating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108960"/>
            <a:ext cx="17830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 Medium / Low classification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487168" y="2011680"/>
            <a:ext cx="1965960" cy="2468880"/>
          </a:xfrm>
          <a:prstGeom prst="rect">
            <a:avLst/>
          </a:prstGeom>
          <a:solidFill>
            <a:srgbClr val="131D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87168" y="2011680"/>
            <a:ext cx="196596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487168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78608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Explanation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78608" y="3108960"/>
            <a:ext cx="17830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description of the vulnerability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608576" y="2011680"/>
            <a:ext cx="1965960" cy="2468880"/>
          </a:xfrm>
          <a:prstGeom prst="rect">
            <a:avLst/>
          </a:prstGeom>
          <a:solidFill>
            <a:srgbClr val="131D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08576" y="2011680"/>
            <a:ext cx="196596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00FF8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08576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00016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Fix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00016" y="3108960"/>
            <a:ext cx="17830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commands and config changes to remediate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729984" y="2011680"/>
            <a:ext cx="1965960" cy="246888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29984" y="2011680"/>
            <a:ext cx="1965960" cy="50292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29984" y="20116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821424" y="2606040"/>
            <a:ext cx="1783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Tip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821424" y="3108960"/>
            <a:ext cx="1783080" cy="1188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prevent recurrence in future deployments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directly in the UI  ·  Exportable to PDF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Battle-tested tools, zero unnecessary dependencies.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1371600"/>
          </a:xfrm>
          <a:prstGeom prst="rect">
            <a:avLst/>
          </a:prstGeom>
          <a:solidFill>
            <a:srgbClr val="131D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52704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75488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+ Python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fast, production-ready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46120" y="1417320"/>
            <a:ext cx="2697480" cy="1371600"/>
          </a:xfrm>
          <a:prstGeom prst="rect">
            <a:avLst/>
          </a:prstGeom>
          <a:solidFill>
            <a:srgbClr val="131D35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1527048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355848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55848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module result delivery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1417320"/>
            <a:ext cx="2697480" cy="137160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1527048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236208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API + LLaMA 3.3 70B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236208" y="2377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Ultra-fast inference for remediation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365760" y="3017520"/>
            <a:ext cx="2697480" cy="1371600"/>
          </a:xfrm>
          <a:prstGeom prst="rect">
            <a:avLst/>
          </a:prstGeom>
          <a:solidFill>
            <a:srgbClr val="131D35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12724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01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75488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75488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scan history storage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246120" y="3017520"/>
            <a:ext cx="2697480" cy="1371600"/>
          </a:xfrm>
          <a:prstGeom prst="rect">
            <a:avLst/>
          </a:prstGeom>
          <a:solidFill>
            <a:srgbClr val="131D35"/>
          </a:solidFill>
          <a:ln w="12700">
            <a:solidFill>
              <a:srgbClr val="00FF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5848" y="312724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4048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3355848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· JSON · XML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3355848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report generation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26480" y="3017520"/>
            <a:ext cx="2697480" cy="1371600"/>
          </a:xfrm>
          <a:prstGeom prst="rect">
            <a:avLst/>
          </a:prstGeom>
          <a:solidFill>
            <a:srgbClr val="131D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6208" y="3127248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2084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6236208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+ Custom CSS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236208" y="3977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framework overhead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HISTORY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security posture over time.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50292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325880"/>
            <a:ext cx="8229600" cy="411480"/>
          </a:xfrm>
          <a:prstGeom prst="rect">
            <a:avLst/>
          </a:prstGeom>
          <a:solidFill>
            <a:srgbClr val="0015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10312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74904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39496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CVSS Score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040880" y="1325880"/>
            <a:ext cx="155448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1783080"/>
            <a:ext cx="8229600" cy="59436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target.com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10312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14, 2026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74904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39496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8.4 HIGH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040880" y="17830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Delete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0F1629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example.org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0312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12, 2026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74904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39496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MED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4088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Delete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154680"/>
            <a:ext cx="8229600" cy="594360"/>
          </a:xfrm>
          <a:prstGeom prst="rect">
            <a:avLst/>
          </a:prstGeom>
          <a:solidFill>
            <a:srgbClr val="131D35"/>
          </a:solidFill>
          <a:ln w="6350">
            <a:solidFill>
              <a:srgbClr val="1E2D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test.io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210312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10, 2026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74904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19/20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39496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FF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LOW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040880" y="3154680"/>
            <a:ext cx="1554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· Delete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Full scan history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57200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CVSS scores over time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442569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Per-domain drill-down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Delete / clear history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72000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Re-export any past scan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12064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24128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536192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048256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560320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072384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3584448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096512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0" y="4608576"/>
            <a:ext cx="91440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16736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75104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33472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0208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08576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66944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25312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42048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00416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58784" y="0"/>
            <a:ext cx="0" cy="514350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640080"/>
            <a:ext cx="6400800" cy="3840480"/>
          </a:xfrm>
          <a:prstGeom prst="rect">
            <a:avLst/>
          </a:prstGeom>
          <a:solidFill>
            <a:srgbClr val="131D35"/>
          </a:solidFill>
          <a:ln w="19050">
            <a:solidFill>
              <a:srgbClr val="00E5FF"/>
            </a:solidFill>
            <a:prstDash val="solid"/>
          </a:ln>
          <a:effectLst>
            <a:outerShdw sx="100000" sy="100000" kx="0" ky="0" algn="bl" rotWithShape="0" blurRad="317500" dist="50800" dir="8100000">
              <a:srgbClr val="00E5FF">
                <a:alpha val="30000"/>
              </a:srgbClr>
            </a:outerShdw>
          </a:effectLst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731520"/>
            <a:ext cx="1280160" cy="128016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371600" y="20116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CYBERSCAN</a:t>
            </a:r>
            <a:endParaRPr lang="en-US" sz="5200" dirty="0"/>
          </a:p>
        </p:txBody>
      </p:sp>
      <p:sp>
        <p:nvSpPr>
          <p:cNvPr id="30" name="Text 27"/>
          <p:cNvSpPr/>
          <p:nvPr/>
        </p:nvSpPr>
        <p:spPr>
          <a:xfrm>
            <a:off x="5760720" y="20116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</a:t>
            </a:r>
            <a:endParaRPr lang="en-US" sz="5200" dirty="0"/>
          </a:p>
        </p:txBody>
      </p:sp>
      <p:sp>
        <p:nvSpPr>
          <p:cNvPr id="31" name="Shape 28"/>
          <p:cNvSpPr/>
          <p:nvPr/>
        </p:nvSpPr>
        <p:spPr>
          <a:xfrm>
            <a:off x="2743200" y="2999232"/>
            <a:ext cx="36576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371600" y="3108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"See what attackers see —
</a:t>
            </a:r>
            <a:pPr algn="ctr" indent="0" marL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fix it before they exploit it.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Rathod  ·  Sakshi Dehankar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CyberScan.AI — Know Your Attack Surface</dc:title>
  <dc:subject>PptxGenJS Presentation</dc:subject>
  <dc:creator>Vishal Rathod, Sakshi Dehankar</dc:creator>
  <cp:lastModifiedBy>Vishal Rathod, Sakshi Dehankar</cp:lastModifiedBy>
  <cp:revision>1</cp:revision>
  <dcterms:created xsi:type="dcterms:W3CDTF">2026-03-15T18:07:12Z</dcterms:created>
  <dcterms:modified xsi:type="dcterms:W3CDTF">2026-03-15T18:07:12Z</dcterms:modified>
</cp:coreProperties>
</file>